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1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QUASHIELD_A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9848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HACKATHON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E0EB"/>
                </a:solidFill>
              </a:defRPr>
            </a:pPr>
            <a:r>
              <a:t>AQUASHIELD AI | Predict. Protect. Save Lives.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1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Flood risk can change quickly with rainfall, water-level rise, and drainage issues.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Incident reports and response priorities can be fragmented across teams.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Communities need clear, timely warnings and coordinated response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1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Combine flood scenario simulation and incident-response management.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Visualize virtual water-level/rainfall scenarios and risk indicators.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Prioritize reported incidents and track response tasks.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Demonstrate alert workflows through simulated SMS logging and local audio.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1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Collect scenario/sensor inputs → analyze risk → identify hotspots.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Generate a risk/priority level and log the alert event.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Notify through the configured demo channels.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Coordinate response tasks and update incident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1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Simulation dashboard: virtual rainfall, water level, scenario testing.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Incident dashboard: report, classify, prioritize, and update incidents.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Task tracking: assign team, due time, and status.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Alert demonstration: simulated SMS event + browser-local speaker alarm.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1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Python + Flask for server routes and JSON APIs.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HTML, CSS, JavaScript for the web interface.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JSON files for local prototype records.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Browser audio for the local alarm demo.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1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1. Open the dashboard and review seeded sample incidents.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2. Submit a sample incident and inspect its priority score.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3. Open the simulation page and run heavy-rain / rising-water scenarios.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4. Trigger the demo alert and explain the simulated SMS and local alarm.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5. Assign a response task and update its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1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Comparison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Brings simulation and incident triage into one demo.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Supports repeatable what-if scenarios and clear priority views.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Demonstrates how alerts and task tracking can connect.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Designed as a starting point for validated data and approved integrations.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1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B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Current readings/scenarios are illustrative, not validated forecasts.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SMS is simulated; speaker audio is local only; no external siren control.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Next: validated hydrology model, live sensors, approved SMS provider, security, field evaluation.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</a:defRPr>
            </a:pPr>
            <a:r>
              <a:t>• Not for real emergency decisions until rigorously validated and approved.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